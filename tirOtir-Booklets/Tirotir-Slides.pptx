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معرفی کلی تیروتیر: زبان برنامه‌نویسی فارسی، نسخهٔ 1.1.0، پسوند فایل .t و مجوز 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نصب: Extensions ← Install from VSIX. حداقل VS Code 1.85؛ اگر tirotir در PATH نیست، تنظیم tirotirLang.command.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پاسخ‌نامهٔ کامل تمرین‌ها در جزوهٔ PDF (صفحهٔ ۷) و فایل Word موجود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3108960" cy="3108960"/>
          </a:xfrm>
          <a:prstGeom prst="ellipse">
            <a:avLst/>
          </a:prstGeom>
          <a:solidFill>
            <a:srgbClr val="FBF7F1"/>
          </a:solidFill>
          <a:ln w="50800">
            <a:solidFill>
              <a:srgbClr val="AD8C6C"/>
            </a:solidFill>
            <a:prstDash val="solid"/>
          </a:ln>
        </p:spPr>
      </p:sp>
      <p:pic>
        <p:nvPicPr>
          <p:cNvPr id="3" name="Image 0" descr="لوگوی تیروتی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822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جزوهٔ معرفی و آموزش سریع</a:t>
            </a:r>
            <a:endParaRPr lang="fa-IR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1234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تیروتیر</a:t>
            </a:r>
            <a:endParaRPr lang="fa-IR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2200" dirty="0">
                <a:solidFill>
                  <a:srgbClr val="F0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Tirotir · v1.1.0</a:t>
            </a:r>
            <a:endParaRPr lang="fa-IR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2926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dirty="0">
                <a:solidFill>
                  <a:srgbClr val="E6D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یک زبان برنامه‌نویسی متنی فارسی و مفسری برای یادگیری، آموزش مفاهیم محاسباتی و ساخت برنامه‌های واقعی</a:t>
            </a:r>
            <a:endParaRPr lang="fa-IR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4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tirotir.ir  ·  ai.tirotir.com</a:t>
            </a:r>
            <a:endParaRPr lang="fa-I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2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تیروتیر چیست؟</a:t>
            </a:r>
            <a:endParaRPr lang="fa-IR" sz="3200" dirty="0"/>
          </a:p>
        </p:txBody>
      </p:sp>
      <p:sp>
        <p:nvSpPr>
          <p:cNvPr id="3" name="Shape 1"/>
          <p:cNvSpPr/>
          <p:nvPr/>
        </p:nvSpPr>
        <p:spPr>
          <a:xfrm>
            <a:off x="5989320" y="109728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172200" y="1207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دستور فارسی</a:t>
            </a:r>
            <a:endParaRPr lang="fa-I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00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دستورها، متغیرها و پیام‌های خطا فارسی‌اند؛ تمرکز روی منطق برنامه‌نویسی.</a:t>
            </a:r>
            <a:endParaRPr lang="fa-IR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از ساده تا واقعی</a:t>
            </a:r>
            <a:endParaRPr lang="fa-IR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00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متغیر، شرط، حلقه، تابع، فهرست، فرهنگ و پروژهٔ چندفایلی.</a:t>
            </a:r>
            <a:endParaRPr lang="fa-IR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1207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ابزارها</a:t>
            </a:r>
            <a:endParaRPr lang="fa-IR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00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CLI، VS Code، ساخت EXE، گرافیک SVG، صدا (WAV) و GUI.</a:t>
            </a:r>
            <a:endParaRPr lang="fa-IR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hello.t</a:t>
            </a:r>
            <a:endParaRPr lang="fa-IR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20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dirty="0">
                <a:solidFill>
                  <a:srgbClr val="9F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چاپ -سلام دنیا-</a:t>
            </a:r>
            <a:endParaRPr lang="fa-I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 ·  ۲۴۴ تست موفق  ·  پسوند .t</a:t>
            </a:r>
            <a:endParaRPr lang="fa-IR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2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نصب و اولین برنامه</a:t>
            </a:r>
            <a:endParaRPr lang="fa-IR" sz="3200" dirty="0"/>
          </a:p>
        </p:txBody>
      </p:sp>
      <p:sp>
        <p:nvSpPr>
          <p:cNvPr id="3" name="Shape 1"/>
          <p:cNvSpPr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نصب روی ویندوز</a:t>
            </a:r>
            <a:endParaRPr lang="fa-I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60020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  Tirotir-1.1.0-Setup.exe را اجرا کنید</a:t>
            </a:r>
            <a:endParaRPr lang="fa-IR" sz="1400" dirty="0"/>
          </a:p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  یک PowerShell تازه باز کنید</a:t>
            </a:r>
            <a:endParaRPr lang="fa-IR" sz="1400" dirty="0"/>
          </a:p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۳  نسخه را بررسی کنید</a:t>
            </a:r>
            <a:endParaRPr lang="fa-IR" sz="1400" dirty="0"/>
          </a:p>
          <a:p>
            <a:pPr rtl="1" algn="r" indent="0" marL="0">
              <a:buNone/>
            </a:pPr>
            <a:endParaRPr lang="fa-IR" sz="1400" dirty="0"/>
          </a:p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توسعه‌دهندگان: Python 3.11+</a:t>
            </a:r>
            <a:endParaRPr lang="fa-IR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a-IR" altLang="en-US" sz="12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ترمینال</a:t>
            </a:r>
            <a:endParaRPr lang="fa-I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altLang="en-US" sz="1400" dirty="0">
                <a:solidFill>
                  <a:srgbClr val="CF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tirotir version</a:t>
            </a:r>
            <a:endParaRPr lang="fa-IR" sz="1400" dirty="0"/>
          </a:p>
          <a:p>
            <a:pPr algn="l" indent="0" marL="0">
              <a:buNone/>
            </a:pPr>
            <a:r>
              <a:rPr lang="fa-IR" altLang="en-US" sz="1400" dirty="0">
                <a:solidFill>
                  <a:srgbClr val="CF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tirotir run hello.t</a:t>
            </a:r>
            <a:endParaRPr lang="fa-IR" sz="1400" dirty="0"/>
          </a:p>
          <a:p>
            <a:pPr algn="l" indent="0" marL="0">
              <a:buNone/>
            </a:pPr>
            <a:r>
              <a:rPr lang="fa-IR" altLang="en-US" sz="1400" dirty="0">
                <a:solidFill>
                  <a:srgbClr val="CF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tirotir check hello.t</a:t>
            </a:r>
            <a:endParaRPr lang="fa-IR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hello.t</a:t>
            </a:r>
            <a:endParaRPr lang="fa-I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dirty="0">
                <a:solidFill>
                  <a:srgbClr val="9F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چاپ -سلام دنیا-</a:t>
            </a:r>
            <a:endParaRPr lang="fa-I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31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رشته‌ها بین دو خط‌تیره می‌آیند: -متن-</a:t>
            </a:r>
            <a:endParaRPr lang="fa-IR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2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مبانی زبان</a:t>
            </a:r>
            <a:endParaRPr lang="fa-IR" sz="3200" dirty="0"/>
          </a:p>
        </p:txBody>
      </p:sp>
      <p:sp>
        <p:nvSpPr>
          <p:cNvPr id="3" name="Shape 1"/>
          <p:cNvSpPr/>
          <p:nvPr/>
        </p:nvSpPr>
        <p:spPr>
          <a:xfrm>
            <a:off x="4663440" y="105156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4632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متغیر</a:t>
            </a:r>
            <a:endParaRPr lang="fa-IR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14630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بگذار سن برابر ۲۰</a:t>
            </a:r>
            <a:endParaRPr lang="fa-IR" sz="1400" dirty="0"/>
          </a:p>
          <a:p>
            <a:pPr algn="r" indent="0" marL="0">
              <a:buNone/>
            </a:pPr>
            <a:r>
              <a:rPr lang="fa-IR" altLang="en-US" sz="1400" dirty="0">
                <a:solidFill>
                  <a:srgbClr val="9F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بگذار نام برابر -سارا-</a:t>
            </a:r>
            <a:endParaRPr lang="fa-IR" sz="1400" dirty="0"/>
          </a:p>
          <a:p>
            <a:pPr algn="r" indent="0" marL="0">
              <a:buNone/>
            </a:pPr>
            <a:r>
              <a:rPr lang="fa-IR" alt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چاپ نام</a:t>
            </a:r>
            <a:endParaRPr lang="fa-IR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شرط</a:t>
            </a:r>
            <a:endParaRPr lang="fa-I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4630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اگر سن بزرگتر یا مساوی ۱۸</a:t>
            </a:r>
            <a:endParaRPr lang="fa-IR" sz="1400" dirty="0"/>
          </a:p>
          <a:p>
            <a:pPr algn="r" indent="0" marL="0">
              <a:buNone/>
            </a:pPr>
            <a:r>
              <a:rPr lang="fa-IR" altLang="en-US" sz="1400" dirty="0">
                <a:solidFill>
                  <a:srgbClr val="9F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چاپ -بزرگسال-</a:t>
            </a:r>
            <a:endParaRPr lang="fa-IR" sz="1400" dirty="0"/>
          </a:p>
          <a:p>
            <a:pPr algn="r" indent="0" marL="0">
              <a:buNone/>
            </a:pPr>
            <a:r>
              <a:rPr lang="fa-IR" alt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وگرنه</a:t>
            </a:r>
            <a:endParaRPr lang="fa-IR" sz="1400" dirty="0"/>
          </a:p>
          <a:p>
            <a:pPr algn="r" indent="0" marL="0">
              <a:buNone/>
            </a:pPr>
            <a:r>
              <a:rPr lang="fa-IR" altLang="en-US" sz="1400" dirty="0">
                <a:solidFill>
                  <a:srgbClr val="9F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چاپ -نابالغ-</a:t>
            </a:r>
            <a:endParaRPr lang="fa-IR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حلقه</a:t>
            </a:r>
            <a:endParaRPr lang="fa-I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337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تکرار ۴ بار</a:t>
            </a:r>
            <a:endParaRPr lang="fa-IR" sz="1400" dirty="0"/>
          </a:p>
          <a:p>
            <a:pPr algn="r" indent="0" marL="0">
              <a:buNone/>
            </a:pPr>
            <a:r>
              <a:rPr lang="fa-IR" altLang="en-US" sz="1400" dirty="0">
                <a:solidFill>
                  <a:srgbClr val="9F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چاپ -سلام-</a:t>
            </a:r>
            <a:endParaRPr lang="fa-IR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تابع</a:t>
            </a:r>
            <a:endParaRPr lang="fa-IR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337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alt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تابع مربع با عدد</a:t>
            </a:r>
            <a:endParaRPr lang="fa-IR" sz="1400" dirty="0"/>
          </a:p>
          <a:p>
            <a:pPr algn="r" indent="0" marL="0">
              <a:buNone/>
            </a:pPr>
            <a:r>
              <a:rPr lang="fa-IR" alt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بازگردان عدد * عدد</a:t>
            </a:r>
            <a:endParaRPr lang="fa-IR" sz="1400" dirty="0"/>
          </a:p>
          <a:p>
            <a:pPr algn="r" indent="0" marL="0">
              <a:buNone/>
            </a:pPr>
            <a:r>
              <a:rPr lang="fa-IR" alt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چاپ مربع با ۵</a:t>
            </a:r>
            <a:endParaRPr lang="fa-I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از هر تغییر با tirotir check برنامه را بررسی کنید</a:t>
            </a:r>
            <a:endParaRPr lang="fa-IR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2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پروژه و قابلیت‌ها</a:t>
            </a:r>
            <a:endParaRPr lang="fa-IR" sz="3200" dirty="0"/>
          </a:p>
        </p:txBody>
      </p:sp>
      <p:sp>
        <p:nvSpPr>
          <p:cNvPr id="3" name="Shape 1"/>
          <p:cNvSpPr/>
          <p:nvPr/>
        </p:nvSpPr>
        <p:spPr>
          <a:xfrm>
            <a:off x="5989320" y="1097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172200" y="1207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پروژهٔ چندفایلی</a:t>
            </a:r>
            <a:endParaRPr lang="fa-I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002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tirotir.toml و وارد کن -lib/tools-</a:t>
            </a:r>
            <a:endParaRPr lang="fa-IR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</a:t>
            </a:r>
            <a:endParaRPr lang="fa-IR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00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صحنهٔ SVG: مربع، دایره، رنگ قلم</a:t>
            </a:r>
            <a:endParaRPr lang="fa-IR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1207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fa-IR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002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 بنواز با ... و خروجی WAV</a:t>
            </a:r>
            <a:endParaRPr lang="fa-IR" sz="1400" dirty="0"/>
          </a:p>
        </p:txBody>
      </p:sp>
      <p:sp>
        <p:nvSpPr>
          <p:cNvPr id="12" name="Shape 10"/>
          <p:cNvSpPr/>
          <p:nvPr/>
        </p:nvSpPr>
        <p:spPr>
          <a:xfrm>
            <a:off x="5989320" y="2834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7220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(Tkinter)</a:t>
            </a:r>
            <a:endParaRPr lang="fa-IR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3375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پنجره، برچسب، دکمه، ورودی</a:t>
            </a:r>
            <a:endParaRPr lang="fa-IR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8346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2900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fa-I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3375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Highlighting، اجرا و AST</a:t>
            </a:r>
            <a:endParaRPr lang="fa-IR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9E6DF"/>
          </a:solidFill>
          <a:ln w="12700">
            <a:solidFill>
              <a:srgbClr val="F9E6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2944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محدودیت 1.1.0</a:t>
            </a:r>
            <a:endParaRPr lang="fa-IR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375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هنوز Class، Async و Debugger کامل نیست</a:t>
            </a:r>
            <a:endParaRPr lang="fa-IR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2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Tirotir AI</a:t>
            </a:r>
            <a:endParaRPr lang="fa-IR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مشاور و سازندهٔ برنامهٔ Tirotir  ·  ai.tirotir.com</a:t>
            </a:r>
            <a:endParaRPr lang="fa-IR" sz="1600" dirty="0"/>
          </a:p>
        </p:txBody>
      </p:sp>
      <p:sp>
        <p:nvSpPr>
          <p:cNvPr id="4" name="Shape 2"/>
          <p:cNvSpPr/>
          <p:nvPr/>
        </p:nvSpPr>
        <p:spPr>
          <a:xfrm>
            <a:off x="4297680" y="1371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4340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مشاور Tirotir</a:t>
            </a:r>
            <a:endParaRPr lang="fa-IR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371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یادگیری قدم‌به‌قدم</a:t>
            </a:r>
            <a:endParaRPr lang="fa-IR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تولید برنامه</a:t>
            </a:r>
            <a:endParaRPr lang="fa-IR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240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2240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خطا</a:t>
            </a:r>
            <a:endParaRPr lang="fa-IR" sz="1400" dirty="0"/>
          </a:p>
        </p:txBody>
      </p:sp>
      <p:sp>
        <p:nvSpPr>
          <p:cNvPr id="12" name="Shape 10"/>
          <p:cNvSpPr/>
          <p:nvPr/>
        </p:nvSpPr>
        <p:spPr>
          <a:xfrm>
            <a:off x="2377440" y="2240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2240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تمرین دانش‌آموز</a:t>
            </a:r>
            <a:endParaRPr lang="fa-IR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A5472A"/>
          </a:solidFill>
          <a:ln w="12700">
            <a:solidFill>
              <a:srgbClr val="A547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240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</a:t>
            </a:r>
            <a:endParaRPr lang="fa-IR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31089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A5472A"/>
          </a:solidFill>
          <a:ln w="12700">
            <a:solidFill>
              <a:srgbClr val="A547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</a:t>
            </a:r>
            <a:endParaRPr lang="fa-IR" sz="1400" dirty="0"/>
          </a:p>
        </p:txBody>
      </p:sp>
      <p:sp>
        <p:nvSpPr>
          <p:cNvPr id="18" name="Shape 16"/>
          <p:cNvSpPr/>
          <p:nvPr/>
        </p:nvSpPr>
        <p:spPr>
          <a:xfrm>
            <a:off x="2377440" y="31089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A5472A"/>
          </a:solidFill>
          <a:ln w="12700">
            <a:solidFill>
              <a:srgbClr val="A547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2316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fa-IR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A5472A"/>
          </a:solidFill>
          <a:ln w="12700">
            <a:solidFill>
              <a:srgbClr val="A547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و Module</a:t>
            </a:r>
            <a:endParaRPr lang="fa-IR" sz="1400" dirty="0"/>
          </a:p>
        </p:txBody>
      </p:sp>
      <p:pic>
        <p:nvPicPr>
          <p:cNvPr id="22" name="Image 0" descr="QR ai.tirotir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371600"/>
            <a:ext cx="2103120" cy="21031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53796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اسکن کنید</a:t>
            </a:r>
            <a:endParaRPr lang="fa-IR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کد تولیدشده را همیشه با tirotir check بررسی کنید</a:t>
            </a:r>
            <a:endParaRPr lang="fa-IR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2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نمونه‌های جدید و افزونهٔ VS Code</a:t>
            </a:r>
            <a:endParaRPr lang="fa-IR" sz="3200" dirty="0"/>
          </a:p>
        </p:txBody>
      </p:sp>
      <p:sp>
        <p:nvSpPr>
          <p:cNvPr id="3" name="Shape 1"/>
          <p:cNvSpPr/>
          <p:nvPr/>
        </p:nvSpPr>
        <p:spPr>
          <a:xfrm>
            <a:off x="4526280" y="1051560"/>
            <a:ext cx="4160520" cy="2148840"/>
          </a:xfrm>
          <a:prstGeom prst="roundRect">
            <a:avLst>
              <a:gd name="adj" fmla="val 5106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709160" y="11612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مخزن tirotir-new-examples</a:t>
            </a:r>
            <a:endParaRPr lang="fa-I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1554480"/>
            <a:ext cx="3794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۲۳ برنامهٔ گرافیکی (SVG)</a:t>
            </a:r>
            <a:endParaRPr lang="fa-IR" sz="1400" dirty="0"/>
          </a:p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ملودی‌ها با خروجی WAV</a:t>
            </a:r>
            <a:endParaRPr lang="fa-IR" sz="1400" dirty="0"/>
          </a:p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۱۵ فرم و تبدیل کاربردی</a:t>
            </a:r>
            <a:endParaRPr lang="fa-IR" sz="1400" dirty="0"/>
          </a:p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آنلاین و بدون نیاز به نصب</a:t>
            </a:r>
            <a:endParaRPr lang="fa-IR" sz="1400" dirty="0"/>
          </a:p>
        </p:txBody>
      </p:sp>
      <p:pic>
        <p:nvPicPr>
          <p:cNvPr id="6" name="Image 0" descr="QR نمونه‌ه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32918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مشاهدهٔ آنلاین نمونه‌ها</a:t>
            </a:r>
            <a:endParaRPr lang="fa-IR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886200" cy="2148840"/>
          </a:xfrm>
          <a:prstGeom prst="roundRect">
            <a:avLst>
              <a:gd name="adj" fmla="val 5106"/>
            </a:avLst>
          </a:prstGeom>
          <a:solidFill>
            <a:srgbClr val="F6EFE3"/>
          </a:solidFill>
          <a:ln w="12700">
            <a:solidFill>
              <a:srgbClr val="F6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1612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A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افزونهٔ TirotirLang 1.2.4</a:t>
            </a:r>
            <a:endParaRPr lang="fa-IR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5544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کلیک راست ← اجرا</a:t>
            </a:r>
            <a:endParaRPr lang="fa-IR" sz="1400" dirty="0"/>
          </a:p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پنل زندهٔ راست‌به‌چپ با ورودی فارسی</a:t>
            </a:r>
            <a:endParaRPr lang="fa-IR" sz="1400" dirty="0"/>
          </a:p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نمایش زندهٔ Graphics</a:t>
            </a:r>
            <a:endParaRPr lang="fa-IR" sz="1400" dirty="0"/>
          </a:p>
          <a:p>
            <a:pPr rtl="1" algn="r" indent="0" marL="0">
              <a:buNone/>
            </a:pPr>
            <a:r>
              <a:rPr lang="fa-IR" altLang="en-US" sz="14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۱۴ snippet + فایل شماره‌دار</a:t>
            </a:r>
            <a:endParaRPr lang="fa-IR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3886200" cy="914400"/>
          </a:xfrm>
          <a:prstGeom prst="roundRect">
            <a:avLst>
              <a:gd name="adj" fmla="val 12000"/>
            </a:avLst>
          </a:prstGeom>
          <a:solidFill>
            <a:srgbClr val="131C28"/>
          </a:solidFill>
          <a:ln w="12700">
            <a:solidFill>
              <a:srgbClr val="131C2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474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a-IR" altLang="en-US" sz="1200" dirty="0">
                <a:solidFill>
                  <a:srgbClr val="E3D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نصب</a:t>
            </a:r>
            <a:endParaRPr lang="fa-IR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794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altLang="en-US" sz="1400" dirty="0">
                <a:solidFill>
                  <a:srgbClr val="CF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--install-extension TirotirLang-1_2_4.vsix</a:t>
            </a:r>
            <a:endParaRPr lang="fa-IR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تمرین و منابع</a:t>
            </a:r>
            <a:endParaRPr lang="fa-IR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fa-IR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  نام و شهر را در دو متغیر بگذارید و چاپ کنید</a:t>
            </a:r>
            <a:endParaRPr lang="fa-IR" sz="1600" dirty="0"/>
          </a:p>
          <a:p>
            <a:pPr algn="r" indent="0" marL="0">
              <a:spcAft>
                <a:spcPts val="600"/>
              </a:spcAft>
              <a:buNone/>
            </a:pPr>
            <a:r>
              <a:rPr lang="fa-IR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  مساحت مستطیل را حساب کنید</a:t>
            </a:r>
            <a:endParaRPr lang="fa-IR" sz="1600" dirty="0"/>
          </a:p>
          <a:p>
            <a:pPr algn="r" indent="0" marL="0">
              <a:spcAft>
                <a:spcPts val="600"/>
              </a:spcAft>
              <a:buNone/>
            </a:pPr>
            <a:r>
              <a:rPr lang="fa-IR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۳  با اگر / وگرنه اگر دمای هوا را دسته‌بندی کنید</a:t>
            </a:r>
            <a:endParaRPr lang="fa-IR" sz="1600" dirty="0"/>
          </a:p>
          <a:p>
            <a:pPr algn="r" indent="0" marL="0">
              <a:spcAft>
                <a:spcPts val="600"/>
              </a:spcAft>
              <a:buNone/>
            </a:pPr>
            <a:r>
              <a:rPr lang="fa-IR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۴  مجموع یک فهرست را با حلقه بیابید</a:t>
            </a:r>
            <a:endParaRPr lang="fa-IR" sz="1600" dirty="0"/>
          </a:p>
          <a:p>
            <a:pPr algn="r" indent="0" marL="0">
              <a:spcAft>
                <a:spcPts val="600"/>
              </a:spcAft>
              <a:buNone/>
            </a:pPr>
            <a:r>
              <a:rPr lang="fa-IR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۵  تابع مکعب بنویسید</a:t>
            </a:r>
            <a:endParaRPr lang="fa-IR" sz="1600" dirty="0"/>
          </a:p>
        </p:txBody>
      </p:sp>
      <p:sp>
        <p:nvSpPr>
          <p:cNvPr id="4" name="Shape 2"/>
          <p:cNvSpPr/>
          <p:nvPr/>
        </p:nvSpPr>
        <p:spPr>
          <a:xfrm>
            <a:off x="6675120" y="2743200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QR سایت رسم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83464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7512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سایت رسمی</a:t>
            </a:r>
            <a:endParaRPr lang="fa-IR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2743200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QR Tirotir A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834640"/>
            <a:ext cx="1554480" cy="1554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Tirotir AI</a:t>
            </a:r>
            <a:endParaRPr lang="fa-IR" sz="1400" dirty="0"/>
          </a:p>
        </p:txBody>
      </p:sp>
      <p:sp>
        <p:nvSpPr>
          <p:cNvPr id="10" name="Shape 6"/>
          <p:cNvSpPr/>
          <p:nvPr/>
        </p:nvSpPr>
        <p:spPr>
          <a:xfrm>
            <a:off x="2468880" y="2743200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QR مثال‌ها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834640"/>
            <a:ext cx="1554480" cy="1554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46888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مثال‌ها</a:t>
            </a:r>
            <a:endParaRPr lang="fa-IR" sz="1400" dirty="0"/>
          </a:p>
        </p:txBody>
      </p:sp>
      <p:sp>
        <p:nvSpPr>
          <p:cNvPr id="13" name="Shape 8"/>
          <p:cNvSpPr/>
          <p:nvPr/>
        </p:nvSpPr>
        <p:spPr>
          <a:xfrm>
            <a:off x="365760" y="2743200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3" descr="QR آزمایشگاه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34640"/>
            <a:ext cx="1554480" cy="1554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6576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13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آزمایشگاه</a:t>
            </a:r>
            <a:endParaRPr lang="fa-I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جزوهٔ معرفی و آموزش تیروتیر</dc:title>
  <dc:subject>PptxGenJS Presentation</dc:subject>
  <dc:creator>PptxGenJS</dc:creator>
  <cp:lastModifiedBy>PptxGenJS</cp:lastModifiedBy>
  <cp:revision>1</cp:revision>
  <dcterms:created xsi:type="dcterms:W3CDTF">2026-10-12T08:56:44Z</dcterms:created>
  <dcterms:modified xsi:type="dcterms:W3CDTF">2026-10-12T08:56:44Z</dcterms:modified>
</cp:coreProperties>
</file>